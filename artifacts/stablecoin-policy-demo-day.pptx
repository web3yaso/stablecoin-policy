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b9db37582451a" /><Relationship Type="http://schemas.openxmlformats.org/officeDocument/2006/relationships/extended-properties" Target="/docProps/app.xml" Id="R7392894e76b046d4" /><Relationship Type="http://schemas.openxmlformats.org/officeDocument/2006/relationships/officeDocument" Target="/ppt/presentation.xml" Id="Rf59782c39ed945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7d7d251234ad9"/>
  </p:sldMasterIdLst>
  <p:notesMasterIdLst>
    <p:notesMasterId xmlns:r="http://schemas.openxmlformats.org/officeDocument/2006/relationships" r:id="R227cd557e76643ff"/>
  </p:notesMasterIdLst>
  <p:sldIdLst>
    <p:sldId xmlns:r="http://schemas.openxmlformats.org/officeDocument/2006/relationships" id="256" r:id="R2bc1233a681641bd"/>
    <p:sldId xmlns:r="http://schemas.openxmlformats.org/officeDocument/2006/relationships" id="257" r:id="R7af1ef3618f34f25"/>
    <p:sldId xmlns:r="http://schemas.openxmlformats.org/officeDocument/2006/relationships" id="258" r:id="R7a37a4acbdea48fc"/>
    <p:sldId xmlns:r="http://schemas.openxmlformats.org/officeDocument/2006/relationships" id="259" r:id="R87507f7514ff44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707eb386e248ec" /><Relationship Type="http://schemas.openxmlformats.org/officeDocument/2006/relationships/slideMaster" Target="/ppt/slideMasters/slideMaster1.xml" Id="R6547d7d251234ad9" /><Relationship Type="http://schemas.openxmlformats.org/officeDocument/2006/relationships/notesMaster" Target="/ppt/notesMasters/notesMaster1.xml" Id="R227cd557e76643ff" /><Relationship Type="http://schemas.openxmlformats.org/officeDocument/2006/relationships/presProps" Target="/ppt/presProps.xml" Id="R406d77f183244818" /><Relationship Type="http://schemas.openxmlformats.org/officeDocument/2006/relationships/tableStyles" Target="/ppt/tableStyles.xml" Id="R54a5eea44d234835" /><Relationship Type="http://schemas.openxmlformats.org/officeDocument/2006/relationships/slide" Target="/ppt/slides/slide1.xml" Id="R2bc1233a681641bd" /><Relationship Type="http://schemas.openxmlformats.org/officeDocument/2006/relationships/slide" Target="/ppt/slides/slide2.xml" Id="R7af1ef3618f34f25" /><Relationship Type="http://schemas.openxmlformats.org/officeDocument/2006/relationships/slide" Target="/ppt/slides/slide3.xml" Id="R7a37a4acbdea48fc" /><Relationship Type="http://schemas.openxmlformats.org/officeDocument/2006/relationships/slide" Target="/ppt/slides/slide4.xml" Id="R87507f7514ff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09dde1d9d4d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16a450540d40d0" /><Relationship Type="http://schemas.openxmlformats.org/officeDocument/2006/relationships/notesMaster" Target="/ppt/notesMasters/notesMaster1.xml" Id="R8f91600ee53a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7f08519dd4f71" /><Relationship Type="http://schemas.openxmlformats.org/officeDocument/2006/relationships/notesMaster" Target="/ppt/notesMasters/notesMaster1.xml" Id="R07e84076bf06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8e187565d34a5c" /><Relationship Type="http://schemas.openxmlformats.org/officeDocument/2006/relationships/notesMaster" Target="/ppt/notesMasters/notesMaster1.xml" Id="R63d1112515b24f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b8968ed9d4420" /><Relationship Type="http://schemas.openxmlformats.org/officeDocument/2006/relationships/notesMaster" Target="/ppt/notesMasters/notesMaster1.xml" Id="R88c609a3e52d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开场不要先讲功能。先说：AI 产品从第一天就是全球的，stablecoin 让收款也变成 day-one global；但监管边界并不会自动变简单。一个小团队在没有 compliance team 时，也必须决定能不能收、能不能托管、能不能上架、要不要牌照。Stablecoin Policy 的价值，是把动态监管信息变成带来源、版本和行动项的 playbook。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docs/PROJECT_CONTEXT.md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docs/superpowers/specs/2026-07-30-stablecoin-pre-listing-check-design.md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这里强调职责边界。Citely 是薄客户端：登录、付费、表单和渲染。Stablecoin Policy Agent 才拥有稳定币领域的数据、规则、证据和监控。用户确认信息后，Citely 用签名的 server-to-server 请求调用 domain API，拿回不可变的 PlaybookPackage。下面的数据链路说明：自动化可以摄取和交叉检查，但 human-reviewed 只能经过显式的人审 gate；系统不会把机器结果包装成法律意见。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docs/citely-integration.md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这一页播放录屏时，按这条路径走：选择 Stablecoin Pre-listing；输入 Singapore、EEA、USDC、Base/Ethereum、listing 和 custody；运行后先展示 capability-level 的两个 CONDITIONAL 结论，再点开 action 和 evidence。最后指出 Article 59、dossier、corpus/rules/template 版本和 PROVISIONAL 标签。核心句：RAG 帮助解释证据，但不能改变 deterministic decision。若要嵌入视频，可把整块浏览器视窗替换为 MP4，保留标题和右上角标签。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contracts/fixtures/citely/v1/stablecoin-pre-listing-success.request.json</a:t>
            </a:r>
          </a:p>
          <a:p xmlns:a="http://schemas.openxmlformats.org/drawingml/2006/main">
            <a:r>
              <a:t>- contracts/fixtures/citely/v1/stablecoin-pre-listing-success.response.json</a:t>
            </a:r>
          </a:p>
          <a:p xmlns:a="http://schemas.openxmlformats.org/drawingml/2006/main">
            <a:r>
              <a:t>- docs/citely-integration.md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最后不要用功能清单收尾，而是把 Stablecoin Policy 解释成切入口。先证明同一套 source-backed、versioned、reviewed 的基础设施能解决稳定币这个高频而复杂的场景；下一步复制的是 domain contract，不是复制一套新后端。AI Policy 和 Web3 Policy 都可以成为独立的 policy agent，最后在 Citely 里形成同一个 playbook marketplace：一个创业者画像，多个领域判断，一个行动空间。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9436084064d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8ad57d52b4ab4" /><Relationship Type="http://schemas.openxmlformats.org/officeDocument/2006/relationships/slideLayout" Target="/ppt/slideLayouts/slideLayout1.xml" Id="R431a2cd21b80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a2cd21b80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581831a2d4d26" /><Relationship Type="http://schemas.openxmlformats.org/officeDocument/2006/relationships/notesSlide" Target="/ppt/notesSlides/notesSlide1.xml" Id="Ra638228021e9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6d71f95446e0" /><Relationship Type="http://schemas.openxmlformats.org/officeDocument/2006/relationships/notesSlide" Target="/ppt/notesSlides/notesSlide2.xml" Id="R1c6b19e1e70d4a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a1572c420417d" /><Relationship Type="http://schemas.openxmlformats.org/officeDocument/2006/relationships/notesSlide" Target="/ppt/notesSlides/notesSlide3.xml" Id="R22dcb9b60039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e190f81141f6" /><Relationship Type="http://schemas.openxmlformats.org/officeDocument/2006/relationships/notesSlide" Target="/ppt/notesSlides/notesSlide4.xml" Id="R7cf76fc2feed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1">
            <a:extLst xmlns:a="http://schemas.openxmlformats.org/drawingml/2006/main">
              <a:ext uri="{FF2B5EF4-FFF2-40B4-BE49-F238E27FC236}">
                <a16:creationId xmlns:a16="http://schemas.microsoft.com/office/drawing/2014/main" id="{D8393DFF-2F20-43BA-BAFD-573C141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2781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CITELY  ×  STABLECOIN POLICY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07D8A447-9ED3-4287-82B9-C027ACE1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4F5B44BE-5D05-4A4F-BDD0-FE07A0F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C71AA-DA68-46E9-85D9-F4BD6C40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32004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4A39E4B-D481-4D9C-BB81-FAE524D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7905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Stablecoins make revenue</a:t>
            </a:r>
          </a:p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day-one global.</a:t>
            </a:r>
          </a:p>
        </p:txBody>
      </p:sp>
      <p:sp>
        <p:nvSpPr>
          <p:cNvPr id="6" name="problem-contrast">
            <a:extLst xmlns:a="http://schemas.openxmlformats.org/drawingml/2006/main">
              <a:ext uri="{FF2B5EF4-FFF2-40B4-BE49-F238E27FC236}">
                <a16:creationId xmlns:a16="http://schemas.microsoft.com/office/drawing/2014/main" id="{8AEB87C7-F9FD-4392-BAA1-387848D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790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Regulation does not.</a:t>
            </a:r>
          </a:p>
        </p:txBody>
      </p:sp>
      <p:sp>
        <p:nvSpPr>
          <p:cNvPr id="7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1D4943EE-2AF9-45AB-9EEE-6CE09D9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A launch decision can cross issuer rules, payments law, custody, listing, marketing and local licensing — before a startup has a compliance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BF19-DCBD-4ADA-B656-B9B329C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olution-line">
            <a:extLst xmlns:a="http://schemas.openxmlformats.org/drawingml/2006/main">
              <a:ext uri="{FF2B5EF4-FFF2-40B4-BE49-F238E27FC236}">
                <a16:creationId xmlns:a16="http://schemas.microsoft.com/office/drawing/2014/main" id="{BEE4C5AF-935A-4494-9168-5355B8BC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 turns regulatory change into an evidence-backed, stage-aware playbook.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5132D-49BD-4E9E-B465-315ACB82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ONE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BE42D-3CFE-4D05-8B51-14EA3D79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jurisdictions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10AB1-A1A1-42BE-A482-A852B06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7E08-7F7D-4D00-8A1E-3E2103F8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FAST-MOVING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78386-FEAA-4723-86EE-582E12AB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Rules, sources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deadlines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F2529-FCE4-4276-AFB3-67B806D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NO TEAM YET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D4E24-9C39-4ACA-9841-1772F78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Decisions still ship.</a:t>
            </a:r>
          </a:p>
        </p:txBody>
      </p:sp>
    </p:spTree>
    <p:extLst>
      <p:ext uri="{BB962C8B-B14F-4D97-AF65-F5344CB8AC3E}">
        <p14:creationId xmlns:p14="http://schemas.microsoft.com/office/powerpoint/2010/main" val="1147425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65EF4F75-2B72-467A-AC31-773144C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Citely handles the customer. Stablecoin Policy handles the domain.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28EC-FB58-4E17-A0D3-BF5EB367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28875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29D8A-C482-4BFB-884A-305D7B7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57900" y="3190875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2B94-2450-4041-BB2D-6228CA6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824-A6FD-42EB-9F2A-4B23009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39A10-6A06-44C8-82FB-33B25E6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D7684-98C7-4666-B27F-2C7BD16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itely-surface">
            <a:extLst xmlns:a="http://schemas.openxmlformats.org/drawingml/2006/main">
              <a:ext uri="{FF2B5EF4-FFF2-40B4-BE49-F238E27FC236}">
                <a16:creationId xmlns:a16="http://schemas.microsoft.com/office/drawing/2014/main" id="{F8C81752-6F2E-4E37-98DE-A455336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olicy-agent-surface">
            <a:extLst xmlns:a="http://schemas.openxmlformats.org/drawingml/2006/main">
              <a:ext uri="{FF2B5EF4-FFF2-40B4-BE49-F238E27FC236}">
                <a16:creationId xmlns:a16="http://schemas.microsoft.com/office/drawing/2014/main" id="{1E28658E-8247-44E3-A854-08E8135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7244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6449E-883E-49DF-A1F2-7F6DE13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THIN COMMERCIAL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3F579-8B7A-487C-B638-CE7800B6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89CA2-EBCF-41FF-918A-91A5EB25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Authentication &amp; entitlements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Founder intake &amp; confirmation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Generic package renderer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Billing &amp; delivery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2C3E4-91EA-453B-A1BE-E6F1106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DOMAIN INTELLIGENCE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6183-D71E-48AD-8473-7682C054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9BEC9-1E54-4B98-8663-E39E06E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Versioned official-source corpus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Deterministic decision rules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Evidence RAG after the decision</a:t>
            </a:r>
          </a:p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Change-to-action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728B0-629F-4B3C-A030-1D1632C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SIGNED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0A69E-F10B-40E3-8A08-3F8E34C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confirmed 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6BDB7-E6C2-40C6-B583-46A72E82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IMMUTABLE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52AB9-9944-487F-BE86-8C4DADCB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result + actions +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5F37C-5DCC-4154-8886-144835C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EVIDENCE APPROVAL &amp; PUBLICATION 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5ADF2-0722-4374-B9A9-4958169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F570-1210-45A0-9A2F-4BC846E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30ADA-CAE8-4A1D-A23D-F702AAD7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Official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795B0-4E0F-4E3D-B949-4E4E94F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3F11F-2DB3-4EDD-A6BF-D991AF5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72FB9-AB6C-4739-9943-2B93F39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Versioned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11140-EF37-4AB8-9912-C972F50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1F885-41E1-49A8-A18F-DBC4421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B3169-4EC8-41E6-8B1D-C1AD36E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Machine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F26A7-692A-4954-B49E-F083607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5B9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69B3F-662B-4484-8251-2D2D163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8C189-C61D-4560-A2D4-6EA8AEC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EA7C4-D0AB-4EA7-8DE9-9DFD9BC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37169-4831-4DB9-8A9B-EDECAAD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A175D-E04F-410F-8EEE-F215CAA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+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36" name="section-2">
            <a:extLst xmlns:a="http://schemas.openxmlformats.org/drawingml/2006/main">
              <a:ext uri="{FF2B5EF4-FFF2-40B4-BE49-F238E27FC236}">
                <a16:creationId xmlns:a16="http://schemas.microsoft.com/office/drawing/2014/main" id="{D9D3A5A7-5A48-4341-A0D6-C07ABFD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37" name="page-2">
            <a:extLst xmlns:a="http://schemas.openxmlformats.org/drawingml/2006/main">
              <a:ext uri="{FF2B5EF4-FFF2-40B4-BE49-F238E27FC236}">
                <a16:creationId xmlns:a16="http://schemas.microsoft.com/office/drawing/2014/main" id="{B5BD8BAF-0E08-42F5-8C25-AA528BC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5401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demo-title">
            <a:extLst xmlns:a="http://schemas.openxmlformats.org/drawingml/2006/main">
              <a:ext uri="{FF2B5EF4-FFF2-40B4-BE49-F238E27FC236}">
                <a16:creationId xmlns:a16="http://schemas.microsoft.com/office/drawing/2014/main" id="{6FFC5869-A6BF-4917-AE57-0138640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question in. A versioned decision out.</a:t>
            </a:r>
          </a:p>
        </p:txBody>
      </p:sp>
      <p:sp>
        <p:nvSpPr>
          <p:cNvPr id="2" name="demo-viewport">
            <a:extLst xmlns:a="http://schemas.openxmlformats.org/drawingml/2006/main">
              <a:ext uri="{FF2B5EF4-FFF2-40B4-BE49-F238E27FC236}">
                <a16:creationId xmlns:a16="http://schemas.microsoft.com/office/drawing/2014/main" id="{BEB9AFA8-7BC6-4AF8-AB6C-B7D19CF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2424-9322-4513-8350-FC86BE1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B0C2-B68D-48AB-9C92-3392C357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citely.info/playbook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09077-7180-4DE1-A408-1C41F5E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48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DEMO · STABLECOIN PRE-LISTING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A44F-F0D1-4DD7-BA9D-79B3DD0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3E225-B31E-4C24-B2E3-84DE6EA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solidFill>
              <a:srgbClr val="9A67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8B5D-3539-4599-B665-D971EB7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solidFill>
              <a:srgbClr val="148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68E88-AF7C-47A3-BD6F-AACF4D9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714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6F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478EE-A8DD-4ED7-9BCF-E6FF9F3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Your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BBB79-6BF1-4BF9-8E5E-CCE4AAC6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E518B-FC11-4CE2-817C-743533A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Singapore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77AF1-63C3-4296-91EA-E591959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AD5C-42AA-44F7-847C-B233247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ADB39-AB8D-4A72-94AC-C78B6B7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886BA-0776-4F9D-A9CC-7713BF9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USDC · Base + Ethereum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DDAE1-DD15-4672-923D-DCA5CFB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BCD23-87D8-4F69-BC42-0F8A09C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 for trading · Custody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1FF3A-D0CC-4575-8A55-E280F4F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PLAYBOOK 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32621-D66B-4490-B493-E4C3F602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Pre-listing &amp; Product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25A9D-6EB4-4DA5-A6F3-38C3860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5B9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PROVISIONAL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5BD7-0EE6-42E8-9B69-ADE033B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Capability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A3616-8BDA-453C-B07F-A5DE191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3A3C3-FD04-4D4C-81A0-F3CF7B7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5D32D-F138-4007-A269-BDBA196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DA016-B2AF-44A1-96AB-DDAE788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Admit USDC to trading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11991-96E5-4E9B-9A2B-C34FF79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423F3-7B7B-446F-BA0A-3DCFE2C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CASP authorization 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4DA2C-88FD-4ED1-84CE-C79B42AB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93742-17B8-49F5-B432-8129664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Custody USDC for clients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8E2B2-FDED-47A2-8B89-324A632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455CA-5A29-4C1C-8426-47F286B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243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custody + segregation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3C003-EC6D-44C8-A1CE-7E0A3F1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46148-D5D6-4FAD-9AE8-027A110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57800"/>
            <a:ext cx="6648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4E47E-455B-4226-AACA-2B1BD4F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29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0311A-B5FE-4C7D-BD24-A90B483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102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MiCA Article 59 · USDC EEA dossier · corpus / rules / template versions pinned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B47EB-570F-442F-8379-95C12DD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05500"/>
            <a:ext cx="664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Machine-assured research for operational preparation — not human-reviewed legal advice.</a:t>
            </a:r>
          </a:p>
        </p:txBody>
      </p:sp>
      <p:sp>
        <p:nvSpPr>
          <p:cNvPr id="38" name="section-3">
            <a:extLst xmlns:a="http://schemas.openxmlformats.org/drawingml/2006/main">
              <a:ext uri="{FF2B5EF4-FFF2-40B4-BE49-F238E27FC236}">
                <a16:creationId xmlns:a16="http://schemas.microsoft.com/office/drawing/2014/main" id="{0C5BECA5-5204-4EC7-A21A-AFE7441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PRODUCT DEMO</a:t>
            </a:r>
          </a:p>
        </p:txBody>
      </p:sp>
      <p:sp>
        <p:nvSpPr>
          <p:cNvPr id="39" name="page-3">
            <a:extLst xmlns:a="http://schemas.openxmlformats.org/drawingml/2006/main">
              <a:ext uri="{FF2B5EF4-FFF2-40B4-BE49-F238E27FC236}">
                <a16:creationId xmlns:a16="http://schemas.microsoft.com/office/drawing/2014/main" id="{B9C46A33-E6A8-41A6-9FE7-520301E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5331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4C5107FE-D9D2-494A-972B-B20E4A74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is the wedge. Citely is the marketplace.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EF869-0282-45D5-816D-57CA0AC9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Expand by policy domain — without duplicating the evidence, identity or delivery infrastructure.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20C0-33C8-4811-A1A4-7484070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9B4D-73C8-45EB-874F-07B48C9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29025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1CCC8-9327-4E2E-AC59-FDDC6B6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FD41-FE84-4307-B038-218AC6D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2573F-3851-4079-98AD-58CC401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C8EAE-483F-455E-8E68-BD5CB89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Payments, listings, custody and launch playbooks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36D7-43AC-4B66-AD83-94ED180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E963-B1D5-4644-9965-6D0DCF5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9DD5A-C227-4936-93B1-438A136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DA0D5-C15D-413E-BDF7-87C91F0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84F22-92E0-45A8-BD32-6A01679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Models, data, deployment and market-entry playbooks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EE66D-BCB3-442E-A280-54FEDA8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CD2C8-2265-47EE-AE53-320DE84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2AF78-61F0-49DD-A367-BD70962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348-B812-4CAB-A71B-C817015B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Web3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801FE-F9C6-4840-9CF1-FEB3C3D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Protocols, tokens and onchain business-model playbooks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9D7EE-9901-4457-AE92-19BC0A7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46573-DB33-4D19-97C3-E55B639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ONE SHARED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2837C-ED1F-406C-ADA4-409FFE9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78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629A0-6C36-40D2-B916-EAEA85B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Official sources  +  versioned claims  +  review gates  +  evidence RAG  + 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C7559-A8BE-430F-92B5-C33904D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One founder profile  →  multiple policy agents  →  one action workspace</a:t>
            </a:r>
          </a:p>
        </p:txBody>
      </p:sp>
      <p:sp>
        <p:nvSpPr>
          <p:cNvPr id="24" name="section-4">
            <a:extLst xmlns:a="http://schemas.openxmlformats.org/drawingml/2006/main">
              <a:ext uri="{FF2B5EF4-FFF2-40B4-BE49-F238E27FC236}">
                <a16:creationId xmlns:a16="http://schemas.microsoft.com/office/drawing/2014/main" id="{82E9BA3D-0454-4323-9941-76E5F0B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5" name="page-4">
            <a:extLst xmlns:a="http://schemas.openxmlformats.org/drawingml/2006/main">
              <a:ext uri="{FF2B5EF4-FFF2-40B4-BE49-F238E27FC236}">
                <a16:creationId xmlns:a16="http://schemas.microsoft.com/office/drawing/2014/main" id="{3A0E6C02-898A-44B6-9BA1-CB47709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753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2026-08-13T04:10:00.0490000Z</dcterms:created>
  <dcterms:modified xsi:type="dcterms:W3CDTF">2026-08-13T04:10:00.0490000Z</dcterms:modified>
</coreProperties>
</file>